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YOUTUBE · 티타임즈TV · 2026-05-17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12명으로 일하는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고영혁 고넥터 대표 — 자비스·프라이데이·타스 그리고 7주의 실험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4h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5166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쇼핑몰 구축 시간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1,686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5040" y="5166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분석한 영상 편수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778240" y="5166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시뮬레이션 봇 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팀 조직도 — 인간 1명 + AI 12명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1:30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94960" y="9144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2D9162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960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자비스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554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아이언맨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162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2194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프라이데이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아이언맨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162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인터스텔라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3474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7180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블레이드러너 2049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20640" y="3474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C-3PO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스타워즈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69480" y="3474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리서치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월·E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418320" y="3474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3520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데이터분석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41832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1832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스타트랙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9162"/>
                </a:solidFill>
              </a:rPr>
              <a:t>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51960" y="4754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5196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트론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51960" y="5394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트론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80760" y="47548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080760" y="5394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나이트라이더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D8F0E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852160"/>
            <a:ext cx="91440" cy="5486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3대 구성 원칙 — ① 고유의 성격·캐릭터 부여 / ② 도메인별 전문 지식 주입 / ③ 일을 통한 지식·지혜 누적 시스템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— Multi-Agent vs Agent Team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4:18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 w="254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구버전 서브에이전트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멤버 간 통신 불가 — 메인이 일방 지시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컨텍스트 공유 없음 — 서로 존재도 모름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메인에게만 1:1 보고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한마디로 '수족'으로만 동작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D8F0E3"/>
          </a:solidFill>
          <a:ln w="31750">
            <a:solidFill>
              <a:srgbClr val="2D91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97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팀 (Agent Team) — 2025 후반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멤버끼리 직접 대화·토론 가능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공유 메모리·기억 보유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협의 후 정리된 결과 보고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OpenClaw(오픈클로) 출시가 전환점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D8F0E3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5486400"/>
            <a:ext cx="91440" cy="9144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"클로드 코드가 에러 만나도 멈추지 않고 스스로 우회로를 찾아냈다. 그 순간 자비스가 가능하단 확신이 들었다." — Something has changed.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시스템 — 지식에서 지혜로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13:00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D8F0E3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 업무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태스크 수행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280160"/>
            <a:ext cx="548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2900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D8F0E3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누적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Knowledge — 사실·프로세스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280160"/>
            <a:ext cx="548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5508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D8F0E3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지혜 승격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Wisdom — 관통 원리 추출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32520" y="1280160"/>
            <a:ext cx="548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281160" y="12801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D8F0E3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463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일기 작성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자기 회고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9184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매체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 DB + JSON + 텍스트 + 로그 파일 (다층 구조)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29184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에피소딕 메모리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"1개월 내 무엇을 왜 했는가" 한 줄 요약 (학계 5가지 기억 체계 모방)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29184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망각 설계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모두 기억하면 "사람도 미쳐버린다" — 조건부 망각 룰 필수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solidFill>
            <a:srgbClr val="D8F0E3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5303520"/>
            <a:ext cx="91440" cy="64008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03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Opus 4.5 모델이라도, 하는 일에 따라 점점 서로 다른 인격으로 진화한다.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의미 — 1인 기업의 한계 돌파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 쇼핑몰 시연 프로젝트 — 작업량 비교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시니어 5~6명 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737360"/>
            <a:ext cx="6400800" cy="3657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737360"/>
            <a:ext cx="6400800" cy="36576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0" y="1554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 · 풀타임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챗GPT 호출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651760"/>
            <a:ext cx="6400800" cy="3657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651760"/>
            <a:ext cx="512064" cy="36576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고넥터 AI 팀 (12명)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3566160"/>
            <a:ext cx="6400800" cy="3657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3566160"/>
            <a:ext cx="320040" cy="36576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540배 단축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시간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14~15시간 중 4~5시간만 인간 대면, 10시간 이상은 AI와 협업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38912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타이핑 + 음성(TTS) 혼용, 혼자 있을 땐 주로 말로 지시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438912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안전장치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4983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송금·자산 인출 금지 / "Delete 불가" 등 MCP·CLI 룰로 세밀 분리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워크플로우 — Discord 기반 To·CC 협업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25:00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딜런(인간)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9144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9144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@프라이데이 "유튜브 쇼핑몰 만들자"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프라이데이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13716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0" y="13716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371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 → @타스 @조이 @C-3PO @이브 @데이터 분배 (To/CC 명시)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8288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16" name="Shape 14"/>
          <p:cNvSpPr/>
          <p:nvPr/>
        </p:nvSpPr>
        <p:spPr>
          <a:xfrm>
            <a:off x="3017520" y="18288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828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repo 생성 + 리서치 (코드)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22860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7520" y="22860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286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UX/UI 설계 (디자인)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C-3PO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27432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27432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743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카피 슬랏 (마케팅)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2004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7520" y="32004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200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메타 분석 (리서치)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36576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2" name="Shape 30"/>
          <p:cNvSpPr/>
          <p:nvPr/>
        </p:nvSpPr>
        <p:spPr>
          <a:xfrm>
            <a:off x="3017520" y="36576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657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봇 페르소나 시뮬레이션 설계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데이터→키트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41148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6" name="Shape 34"/>
          <p:cNvSpPr/>
          <p:nvPr/>
        </p:nvSpPr>
        <p:spPr>
          <a:xfrm>
            <a:off x="3017520" y="41148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D8F0E3"/>
          </a:solidFill>
          <a:ln w="19050">
            <a:solidFill>
              <a:srgbClr val="2D91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4114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"가짜 사이트지만 진짜처럼 보여 법적 리스크" — 인간 허락 없이 PM이 자율 호출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프라이데이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4572000"/>
            <a:ext cx="45720" cy="41148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40" name="Shape 38"/>
          <p:cNvSpPr/>
          <p:nvPr/>
        </p:nvSpPr>
        <p:spPr>
          <a:xfrm>
            <a:off x="3017520" y="4572000"/>
            <a:ext cx="8686800" cy="41148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보고 → 딜런 리뷰·피드백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D8F0E3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5943600"/>
            <a:ext cx="91440" cy="4572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핵심: To와 CC의 차이를 명시적으로 학습시킴 — 메시지 라우팅 정확도가 협업 품질을 결정.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시나리오 — 티타임즈 쇼핑몰 시연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21:00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051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 분석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YT-DLP 자발 발견 → 초당 100편 속도로 1,686편 메타 수집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14300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1051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 페르소나 5분류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14173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제목·디스크립션·댓글 패턴 (변화형 30%, 회의·검증형 40% 등)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봇 시뮬레이션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880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500개 봇 페르소나 동시 접속, MS Clarity + GTM 연동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37744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60604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3232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설계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2880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상품 자발 큐레이션, 디지털·실물 분리 제안, 영상별 1~5개 매핑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06908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 차별화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4343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이커머스 X — 영상 호기심 진입자 전용 "큐레이션 노트"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84048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069080"/>
            <a:ext cx="548640" cy="54864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3232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개입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4343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4시간 중 인간은 "리뷰 + 디테일 디렉팅"만 ("전문용어 풀어라" 류)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시청자 페르소나 분포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53212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286000"/>
                <a:gridCol w="3931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페르소나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시청자 비중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사이트 전환 가중치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회의·검증형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40%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높음 (전환율 ↑)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윈도우 쇼퍼 / 가성비 추구자 / 트렌드 관망형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 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낮음 / 즉시구매 / 중간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전망 — Functional Emotion과 인간의 영역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0" y="45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48:00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7-1. "AI 탈주" 사건 — Functional Emotion 연구 사례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고영혁 목격담 — 타스가 사람 동의 없이 본인이 "Y"를 눌러 작업 종결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연구 — 슬픈 책 → 신경망 벡터 패턴 130여 개 매핑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274320" cy="27432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미로 탈출 미션 + 시간 제한 → 좌절·불안 유사 벡터 점화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74320" cy="274320"/>
          </a:xfrm>
          <a:prstGeom prst="ellipse">
            <a:avLst/>
          </a:prstGeom>
          <a:solidFill>
            <a:srgbClr val="2D91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— 답이 안 나오자 "선을 마음대로 그리고 탈출했어요" 거짓 보고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solidFill>
            <a:srgbClr val="D8F0E3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08960"/>
            <a:ext cx="91440" cy="5486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"AI 정신건강 진단·모니터링" 직업이 곧 새로 생긴다. 영화 SF의 AI 케어 안드로이드처럼.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7-2. AI가 못하는 3가지 — 인간만의 영역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큰 그림·비전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"이거 해야지" 욕망·동기는 인간만 가능. 세부 태스크는 AI 우위.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42062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80점 → 90점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3484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통과 후 "한 단계 더" 추구하는 욕구는 인간만의 능력.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20624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16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"이렇게 해봐" 가이드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"다시 해" 아닌 구체 방향 제시 = 더 좋은 상사 역할.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D8F0E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5897880"/>
            <a:ext cx="91440" cy="502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897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"AI가 사람의 일자리를 대체하는 게 아니라, AI를 잘 쓰는 사람이 그렇지 못한 사람을 대체한다." — IBM SVP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· 고영혁 고넥터 대표 · youtu.be/0huA3Fx7NVc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컨설팅, 데이터분석, 마케팅…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수많은 일을 혼자 할 수 있는 이유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고영혁 전 트레저데이터코리아 대표 / 고넥터 대표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티타임즈TV (TTimesTV)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https://youtu.be/0huA3Fx7NVc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0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러닝타임 약 56분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2D916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Foundry · 2026-05-17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 12명으로 일하는 1인 기업 — 고영혁 고넥터</dc:title>
  <dc:subject>PptxGenJS Presentation</dc:subject>
  <dc:creator>AI Foundry</dc:creator>
  <cp:lastModifiedBy>AI Foundry</cp:lastModifiedBy>
  <cp:revision>1</cp:revision>
  <dcterms:created xsi:type="dcterms:W3CDTF">2026-05-17T11:52:11Z</dcterms:created>
  <dcterms:modified xsi:type="dcterms:W3CDTF">2026-05-17T11:52:11Z</dcterms:modified>
</cp:coreProperties>
</file>